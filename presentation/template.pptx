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8" d="100"/>
          <a:sy n="88" d="100"/>
        </p:scale>
        <p:origin x="1068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B84611-C05A-4FE0-9E94-CECBDE5B39B4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DD5657-429F-4937-8DBC-7A2164C32DAC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DD5657-429F-4937-8DBC-7A2164C32DAC}" type="slidenum">
              <a:rPr lang="en-IN" smtClean="0"/>
              <a:t>2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Oval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IN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Content Placeholder 23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Content Placeholder 25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5" name="Oval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Oval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Content Placeholder 19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Oval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Oval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traight Connector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Oval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F7088B4A-5E74-4E7B-8C78-CA63012A9A2F}" type="datetimeFigureOut">
              <a:rPr lang="en-US" smtClean="0"/>
              <a:t>6/25/2026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Oval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965746A-2488-49FC-9F89-55910A74292D}" type="slidenum">
              <a:rPr lang="en-IN" smtClean="0"/>
              <a:t>‹#›</a:t>
            </a:fld>
            <a:endParaRPr lang="en-IN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9.jpe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072322" y="-214314"/>
            <a:ext cx="2071678" cy="2071678"/>
          </a:xfrm>
          <a:prstGeom prst="rect">
            <a:avLst/>
          </a:prstGeom>
          <a:noFill/>
        </p:spPr>
      </p:pic>
      <p:pic>
        <p:nvPicPr>
          <p:cNvPr id="7" name="Picture 6" descr="RIT white logo.pn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1" y="0"/>
            <a:ext cx="5000628" cy="129119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5072074"/>
            <a:ext cx="3071833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 smtClean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Presented by</a:t>
            </a:r>
            <a:endParaRPr lang="en-US" sz="2500" b="1" cap="none" spc="300" dirty="0">
              <a:ln w="11430" cmpd="sng">
                <a:noFill/>
                <a:prstDash val="solid"/>
                <a:miter lim="800000"/>
              </a:ln>
              <a:solidFill>
                <a:schemeClr val="bg1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9" name="Picture 5" descr="C:\Users\Admin\Downloads\IBM_logo.svg.png"/>
          <p:cNvPicPr>
            <a:picLocks noChangeAspect="1" noChangeArrowheads="1"/>
          </p:cNvPicPr>
          <p:nvPr/>
        </p:nvPicPr>
        <p:blipFill>
          <a:blip r:embed="rId5" cstate="print">
            <a:lum bright="40000"/>
          </a:blip>
          <a:srcRect/>
          <a:stretch>
            <a:fillRect/>
          </a:stretch>
        </p:blipFill>
        <p:spPr bwMode="auto">
          <a:xfrm>
            <a:off x="6588224" y="5885112"/>
            <a:ext cx="1285884" cy="480868"/>
          </a:xfrm>
          <a:prstGeom prst="rect">
            <a:avLst/>
          </a:prstGeom>
          <a:noFill/>
        </p:spPr>
      </p:pic>
      <p:pic>
        <p:nvPicPr>
          <p:cNvPr id="1030" name="Picture 6" descr="C:\Users\Admin\Downloads\logo-nqm.png"/>
          <p:cNvPicPr>
            <a:picLocks noChangeAspect="1" noChangeArrowheads="1"/>
          </p:cNvPicPr>
          <p:nvPr/>
        </p:nvPicPr>
        <p:blipFill>
          <a:blip r:embed="rId6">
            <a:lum bright="70000" contrast="-70000"/>
          </a:blip>
          <a:srcRect/>
          <a:stretch>
            <a:fillRect/>
          </a:stretch>
        </p:blipFill>
        <p:spPr bwMode="auto">
          <a:xfrm>
            <a:off x="5214942" y="5572140"/>
            <a:ext cx="1000132" cy="1106813"/>
          </a:xfrm>
          <a:prstGeom prst="rect">
            <a:avLst/>
          </a:prstGeom>
          <a:noFill/>
        </p:spPr>
      </p:pic>
      <p:sp>
        <p:nvSpPr>
          <p:cNvPr id="17" name="Rectangle 16"/>
          <p:cNvSpPr/>
          <p:nvPr/>
        </p:nvSpPr>
        <p:spPr>
          <a:xfrm>
            <a:off x="142876" y="5572140"/>
            <a:ext cx="450056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 smtClean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Name of the Candidate</a:t>
            </a:r>
            <a:endParaRPr lang="en-US" sz="2500" b="1" cap="none" spc="300" dirty="0">
              <a:ln w="11430" cmpd="sng">
                <a:noFill/>
                <a:prstDash val="solid"/>
                <a:miter lim="800000"/>
              </a:ln>
              <a:solidFill>
                <a:schemeClr val="bg1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2844" y="6000768"/>
            <a:ext cx="4929222" cy="477054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500" b="1" cap="none" spc="300" dirty="0" smtClean="0">
                <a:ln w="11430" cmpd="sng">
                  <a:noFill/>
                  <a:prstDash val="solid"/>
                  <a:miter lim="800000"/>
                </a:ln>
                <a:solidFill>
                  <a:schemeClr val="bg1"/>
                </a:solidFill>
                <a:effectLst>
                  <a:glow rad="45500">
                    <a:schemeClr val="accent1">
                      <a:satMod val="220000"/>
                      <a:alpha val="35000"/>
                    </a:schemeClr>
                  </a:glow>
                </a:effectLst>
                <a:latin typeface="Arial" pitchFamily="34" charset="0"/>
                <a:cs typeface="Arial" pitchFamily="34" charset="0"/>
              </a:rPr>
              <a:t>Institution / Organization</a:t>
            </a:r>
            <a:endParaRPr lang="en-US" sz="2500" b="1" cap="none" spc="300" dirty="0">
              <a:ln w="11430" cmpd="sng">
                <a:noFill/>
                <a:prstDash val="solid"/>
                <a:miter lim="800000"/>
              </a:ln>
              <a:solidFill>
                <a:schemeClr val="bg1"/>
              </a:solidFill>
              <a:effectLst>
                <a:glow rad="45500">
                  <a:schemeClr val="accent1">
                    <a:satMod val="220000"/>
                    <a:alpha val="35000"/>
                  </a:schemeClr>
                </a:glow>
              </a:effectLst>
              <a:latin typeface="Arial" pitchFamily="34" charset="0"/>
              <a:cs typeface="Arial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28384" y="5763447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 l="-24000" r="-2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Admin\Downloads\1764679326535-Photoroom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08831" y="35671"/>
            <a:ext cx="1285884" cy="1285884"/>
          </a:xfrm>
          <a:prstGeom prst="rect">
            <a:avLst/>
          </a:prstGeom>
          <a:noFill/>
        </p:spPr>
      </p:pic>
      <p:pic>
        <p:nvPicPr>
          <p:cNvPr id="2050" name="Picture 2" descr="C:\Users\Admin\Downloads\RIT.pn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52062" y="285704"/>
            <a:ext cx="3043364" cy="785818"/>
          </a:xfrm>
          <a:prstGeom prst="rect">
            <a:avLst/>
          </a:prstGeom>
          <a:noFill/>
        </p:spPr>
      </p:pic>
      <p:pic>
        <p:nvPicPr>
          <p:cNvPr id="2051" name="Picture 3" descr="C:\Users\Admin\Downloads\IBM_logo.svg.pn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7380312" y="357139"/>
            <a:ext cx="1528257" cy="571504"/>
          </a:xfrm>
          <a:prstGeom prst="rect">
            <a:avLst/>
          </a:prstGeom>
          <a:noFill/>
        </p:spPr>
      </p:pic>
      <p:pic>
        <p:nvPicPr>
          <p:cNvPr id="2053" name="Picture 5" descr="C:\Users\Admin\Downloads\logo-nqm.pn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5519518" y="249994"/>
            <a:ext cx="710054" cy="785794"/>
          </a:xfrm>
          <a:prstGeom prst="rect">
            <a:avLst/>
          </a:prstGeom>
          <a:noFill/>
        </p:spPr>
      </p:pic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>
          <a:xfrm>
            <a:off x="304800" y="6410848"/>
            <a:ext cx="6196026" cy="232862"/>
          </a:xfrm>
        </p:spPr>
        <p:txBody>
          <a:bodyPr/>
          <a:lstStyle/>
          <a:p>
            <a:r>
              <a:rPr lang="en-IN" i="1" dirty="0" smtClean="0">
                <a:solidFill>
                  <a:schemeClr val="tx1"/>
                </a:solidFill>
                <a:latin typeface="Arial Rounded MT Bold" pitchFamily="34" charset="0"/>
              </a:rPr>
              <a:t>RIT – QUANT-A-THAN- 2026 (Innovate, Build, Transform)</a:t>
            </a:r>
            <a:endParaRPr lang="en-IN" i="1" dirty="0">
              <a:solidFill>
                <a:schemeClr val="tx1"/>
              </a:solidFill>
              <a:latin typeface="Arial Rounded MT Bold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734" y="285704"/>
            <a:ext cx="866775" cy="714375"/>
          </a:xfrm>
          <a:prstGeom prst="rect">
            <a:avLst/>
          </a:prstGeom>
        </p:spPr>
      </p:pic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c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Civic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c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61</TotalTime>
  <Words>21</Words>
  <Application>Microsoft Office PowerPoint</Application>
  <PresentationFormat>On-screen Show (4:3)</PresentationFormat>
  <Paragraphs>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Arial</vt:lpstr>
      <vt:lpstr>Arial Rounded MT Bold</vt:lpstr>
      <vt:lpstr>Calibri</vt:lpstr>
      <vt:lpstr>Georgia</vt:lpstr>
      <vt:lpstr>Wingdings</vt:lpstr>
      <vt:lpstr>Wingdings 2</vt:lpstr>
      <vt:lpstr>Civic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HP</cp:lastModifiedBy>
  <cp:revision>9</cp:revision>
  <dcterms:created xsi:type="dcterms:W3CDTF">2026-06-25T14:12:27Z</dcterms:created>
  <dcterms:modified xsi:type="dcterms:W3CDTF">2026-06-25T17:33:27Z</dcterms:modified>
</cp:coreProperties>
</file>