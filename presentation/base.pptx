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4611-C05A-4FE0-9E94-CECBDE5B39B4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D5657-429F-4937-8DBC-7A2164C32DA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DD5657-429F-4937-8DBC-7A2164C32DA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6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7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2322" y="-214314"/>
            <a:ext cx="2071678" cy="2071678"/>
          </a:xfrm>
          <a:prstGeom prst="rect">
            <a:avLst/>
          </a:prstGeom>
          <a:noFill/>
        </p:spPr>
      </p:pic>
      <p:pic>
        <p:nvPicPr>
          <p:cNvPr id="7" name="Picture 6" descr="RIT white 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" y="0"/>
            <a:ext cx="5000628" cy="129119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Presented by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9" name="Picture 5" descr="C:\Users\Admin\Downloads\IBM_logo.svg.png"/>
          <p:cNvPicPr>
            <a:picLocks noChangeAspect="1" noChangeArrowheads="1"/>
          </p:cNvPicPr>
          <p:nvPr/>
        </p:nvPicPr>
        <p:blipFill>
          <a:blip r:embed="rId5" cstate="print">
            <a:lum bright="40000"/>
          </a:blip>
          <a:srcRect/>
          <a:stretch>
            <a:fillRect/>
          </a:stretch>
        </p:blipFill>
        <p:spPr bwMode="auto">
          <a:xfrm>
            <a:off x="6588224" y="5885112"/>
            <a:ext cx="1285884" cy="480868"/>
          </a:xfrm>
          <a:prstGeom prst="rect">
            <a:avLst/>
          </a:prstGeom>
          <a:noFill/>
        </p:spPr>
      </p:pic>
      <p:pic>
        <p:nvPicPr>
          <p:cNvPr id="1030" name="Picture 6" descr="C:\Users\Admin\Downloads\logo-nqm.png"/>
          <p:cNvPicPr>
            <a:picLocks noChangeAspect="1" noChangeArrowheads="1"/>
          </p:cNvPicPr>
          <p:nvPr/>
        </p:nvPicPr>
        <p:blipFill>
          <a:blip r:embed="rId6">
            <a:lum bright="70000" contrast="-70000"/>
          </a:blip>
          <a:srcRect/>
          <a:stretch>
            <a:fillRect/>
          </a:stretch>
        </p:blipFill>
        <p:spPr bwMode="auto">
          <a:xfrm>
            <a:off x="5214942" y="5572140"/>
            <a:ext cx="1000132" cy="1106813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Sivaguru R.M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Rajalakshmi Institute of Technology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5763447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</TotalTime>
  <Words>21</Words>
  <Application>Microsoft Office PowerPoint</Application>
  <PresentationFormat>On-screen Show 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Calibri</vt:lpstr>
      <vt:lpstr>Georgia</vt:lpstr>
      <vt:lpstr>Wingdings</vt:lpstr>
      <vt:lpstr>Wingdings 2</vt:lpstr>
      <vt:lpstr>Civic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9</cp:revision>
  <dcterms:created xsi:type="dcterms:W3CDTF">2026-06-25T14:12:27Z</dcterms:created>
  <dcterms:modified xsi:type="dcterms:W3CDTF">2026-06-25T17:33:27Z</dcterms:modified>
</cp:coreProperties>
</file>